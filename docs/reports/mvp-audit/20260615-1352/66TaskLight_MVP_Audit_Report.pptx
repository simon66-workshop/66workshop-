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3351a12cb84d25" /><Relationship Type="http://schemas.openxmlformats.org/officeDocument/2006/relationships/extended-properties" Target="/docProps/app.xml" Id="R9d85e5ce3d094909" /><Relationship Type="http://schemas.openxmlformats.org/officeDocument/2006/relationships/officeDocument" Target="/ppt/presentation.xml" Id="R8d09e56d4e8b42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c13fce0404404"/>
  </p:sldMasterIdLst>
  <p:notesMasterIdLst>
    <p:notesMasterId xmlns:r="http://schemas.openxmlformats.org/officeDocument/2006/relationships" r:id="R7df981909d894277"/>
  </p:notesMasterIdLst>
  <p:sldIdLst>
    <p:sldId xmlns:r="http://schemas.openxmlformats.org/officeDocument/2006/relationships" id="256" r:id="Ra4bf04eca3304c25"/>
    <p:sldId xmlns:r="http://schemas.openxmlformats.org/officeDocument/2006/relationships" id="257" r:id="R1fb0e372b6654a11"/>
    <p:sldId xmlns:r="http://schemas.openxmlformats.org/officeDocument/2006/relationships" id="258" r:id="R8fe05f9df0e84a7e"/>
    <p:sldId xmlns:r="http://schemas.openxmlformats.org/officeDocument/2006/relationships" id="259" r:id="R95dadf60dccd4f03"/>
    <p:sldId xmlns:r="http://schemas.openxmlformats.org/officeDocument/2006/relationships" id="260" r:id="Reeeb764d5a144d94"/>
    <p:sldId xmlns:r="http://schemas.openxmlformats.org/officeDocument/2006/relationships" id="261" r:id="R8e0690a8fa8c4529"/>
    <p:sldId xmlns:r="http://schemas.openxmlformats.org/officeDocument/2006/relationships" id="262" r:id="R4f713ecedc6b4c49"/>
    <p:sldId xmlns:r="http://schemas.openxmlformats.org/officeDocument/2006/relationships" id="263" r:id="R6affb4b224dc4994"/>
    <p:sldId xmlns:r="http://schemas.openxmlformats.org/officeDocument/2006/relationships" id="264" r:id="R045b27a24d8c4786"/>
    <p:sldId xmlns:r="http://schemas.openxmlformats.org/officeDocument/2006/relationships" id="265" r:id="R7996d16cdb99445a"/>
    <p:sldId xmlns:r="http://schemas.openxmlformats.org/officeDocument/2006/relationships" id="266" r:id="R23be3404b9cf47ea"/>
    <p:sldId xmlns:r="http://schemas.openxmlformats.org/officeDocument/2006/relationships" id="267" r:id="R1e3ce7978de047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50c0eb2d1e4b4d" /><Relationship Type="http://schemas.openxmlformats.org/officeDocument/2006/relationships/slideMaster" Target="/ppt/slideMasters/slideMaster1.xml" Id="Rccfc13fce0404404" /><Relationship Type="http://schemas.openxmlformats.org/officeDocument/2006/relationships/notesMaster" Target="/ppt/notesMasters/notesMaster1.xml" Id="R7df981909d894277" /><Relationship Type="http://schemas.openxmlformats.org/officeDocument/2006/relationships/presProps" Target="/ppt/presProps.xml" Id="R793ccbeccbaf4f00" /><Relationship Type="http://schemas.openxmlformats.org/officeDocument/2006/relationships/tableStyles" Target="/ppt/tableStyles.xml" Id="R378aa1a405f6422f" /><Relationship Type="http://schemas.openxmlformats.org/officeDocument/2006/relationships/slide" Target="/ppt/slides/slide1.xml" Id="Ra4bf04eca3304c25" /><Relationship Type="http://schemas.openxmlformats.org/officeDocument/2006/relationships/slide" Target="/ppt/slides/slide2.xml" Id="R1fb0e372b6654a11" /><Relationship Type="http://schemas.openxmlformats.org/officeDocument/2006/relationships/slide" Target="/ppt/slides/slide3.xml" Id="R8fe05f9df0e84a7e" /><Relationship Type="http://schemas.openxmlformats.org/officeDocument/2006/relationships/slide" Target="/ppt/slides/slide4.xml" Id="R95dadf60dccd4f03" /><Relationship Type="http://schemas.openxmlformats.org/officeDocument/2006/relationships/slide" Target="/ppt/slides/slide5.xml" Id="Reeeb764d5a144d94" /><Relationship Type="http://schemas.openxmlformats.org/officeDocument/2006/relationships/slide" Target="/ppt/slides/slide6.xml" Id="R8e0690a8fa8c4529" /><Relationship Type="http://schemas.openxmlformats.org/officeDocument/2006/relationships/slide" Target="/ppt/slides/slide7.xml" Id="R4f713ecedc6b4c49" /><Relationship Type="http://schemas.openxmlformats.org/officeDocument/2006/relationships/slide" Target="/ppt/slides/slide8.xml" Id="R6affb4b224dc4994" /><Relationship Type="http://schemas.openxmlformats.org/officeDocument/2006/relationships/slide" Target="/ppt/slides/slide9.xml" Id="R045b27a24d8c4786" /><Relationship Type="http://schemas.openxmlformats.org/officeDocument/2006/relationships/slide" Target="/ppt/slides/slide10.xml" Id="R7996d16cdb99445a" /><Relationship Type="http://schemas.openxmlformats.org/officeDocument/2006/relationships/slide" Target="/ppt/slides/slide11.xml" Id="R23be3404b9cf47ea" /><Relationship Type="http://schemas.openxmlformats.org/officeDocument/2006/relationships/slide" Target="/ppt/slides/slide12.xml" Id="R1e3ce7978de047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a6c4d738084f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286e2acd8a46fb" /><Relationship Type="http://schemas.openxmlformats.org/officeDocument/2006/relationships/notesMaster" Target="/ppt/notesMasters/notesMaster1.xml" Id="R2cfb83849b3f41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84e9826ed54045" /><Relationship Type="http://schemas.openxmlformats.org/officeDocument/2006/relationships/notesMaster" Target="/ppt/notesMasters/notesMaster1.xml" Id="Rc9dd59f8456b49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1e4369e79642a0" /><Relationship Type="http://schemas.openxmlformats.org/officeDocument/2006/relationships/notesMaster" Target="/ppt/notesMasters/notesMaster1.xml" Id="R3fb16dc97c154b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c3bd041f70446b" /><Relationship Type="http://schemas.openxmlformats.org/officeDocument/2006/relationships/notesMaster" Target="/ppt/notesMasters/notesMaster1.xml" Id="R8afe02c68b8540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3195ad8ce74d1a" /><Relationship Type="http://schemas.openxmlformats.org/officeDocument/2006/relationships/notesMaster" Target="/ppt/notesMasters/notesMaster1.xml" Id="Ra131f138add648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fa8a2f54b945cf" /><Relationship Type="http://schemas.openxmlformats.org/officeDocument/2006/relationships/notesMaster" Target="/ppt/notesMasters/notesMaster1.xml" Id="R30021e8b527d4a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7a239671aa46a0" /><Relationship Type="http://schemas.openxmlformats.org/officeDocument/2006/relationships/notesMaster" Target="/ppt/notesMasters/notesMaster1.xml" Id="R6d3f93846b6546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ba2318d2a5408d" /><Relationship Type="http://schemas.openxmlformats.org/officeDocument/2006/relationships/notesMaster" Target="/ppt/notesMasters/notesMaster1.xml" Id="Rf46f624df23e41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f7c34fce284ddd" /><Relationship Type="http://schemas.openxmlformats.org/officeDocument/2006/relationships/notesMaster" Target="/ppt/notesMasters/notesMaster1.xml" Id="R6377b337101145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afe6d410e146a4" /><Relationship Type="http://schemas.openxmlformats.org/officeDocument/2006/relationships/notesMaster" Target="/ppt/notesMasters/notesMaster1.xml" Id="Re712d50384c64f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fec416fd374705" /><Relationship Type="http://schemas.openxmlformats.org/officeDocument/2006/relationships/notesMaster" Target="/ppt/notesMasters/notesMaster1.xml" Id="R55e5070f8b294a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f0a00731ce43ef" /><Relationship Type="http://schemas.openxmlformats.org/officeDocument/2006/relationships/notesMaster" Target="/ppt/notesMasters/notesMaster1.xml" Id="Rcd98bd0ad9de44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c9a3b151540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21700a1a64a5f" /><Relationship Type="http://schemas.openxmlformats.org/officeDocument/2006/relationships/slideLayout" Target="/ppt/slideLayouts/slideLayout1.xml" Id="Rd20d39bcda3e47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d39bcda3e47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07d3849bb42e4" /><Relationship Type="http://schemas.openxmlformats.org/officeDocument/2006/relationships/notesSlide" Target="/ppt/notesSlides/notesSlide1.xml" Id="Rce09dfc1061542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952ddba924ccc" /><Relationship Type="http://schemas.openxmlformats.org/officeDocument/2006/relationships/notesSlide" Target="/ppt/notesSlides/notesSlide2.xml" Id="R83936385590d49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253dd30c243a2" /><Relationship Type="http://schemas.openxmlformats.org/officeDocument/2006/relationships/notesSlide" Target="/ppt/notesSlides/notesSlide3.xml" Id="R1598b78ade734b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78122f8e64e32" /><Relationship Type="http://schemas.openxmlformats.org/officeDocument/2006/relationships/notesSlide" Target="/ppt/notesSlides/notesSlide4.xml" Id="R5ccd961ed82e44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6698dc6ea4d61" /><Relationship Type="http://schemas.openxmlformats.org/officeDocument/2006/relationships/notesSlide" Target="/ppt/notesSlides/notesSlide5.xml" Id="Rb0b24cc080d243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b9993887d4ee5" /><Relationship Type="http://schemas.openxmlformats.org/officeDocument/2006/relationships/notesSlide" Target="/ppt/notesSlides/notesSlide6.xml" Id="Rbdf279f3ec5b4e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9f93c63874b21" /><Relationship Type="http://schemas.openxmlformats.org/officeDocument/2006/relationships/notesSlide" Target="/ppt/notesSlides/notesSlide7.xml" Id="R72f85e021c554c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5dc2509504ec5" /><Relationship Type="http://schemas.openxmlformats.org/officeDocument/2006/relationships/notesSlide" Target="/ppt/notesSlides/notesSlide8.xml" Id="Rf59eb59d03b640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2e8acc2784359" /><Relationship Type="http://schemas.openxmlformats.org/officeDocument/2006/relationships/notesSlide" Target="/ppt/notesSlides/notesSlide9.xml" Id="Rff6f176e69fc4e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615784c184b18" /><Relationship Type="http://schemas.openxmlformats.org/officeDocument/2006/relationships/notesSlide" Target="/ppt/notesSlides/notesSlide10.xml" Id="Rcbf3f974107346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7462cda0f4713" /><Relationship Type="http://schemas.openxmlformats.org/officeDocument/2006/relationships/notesSlide" Target="/ppt/notesSlides/notesSlide11.xml" Id="R97dbbc522b3345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49d99486c431a" /><Relationship Type="http://schemas.openxmlformats.org/officeDocument/2006/relationships/notesSlide" Target="/ppt/notesSlides/notesSlide12.xml" Id="R9841b7a4366c47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A2B629-0665-44E3-800E-9AC09AA9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66TaskLight MVP 验收报告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B2B8E-A011-4CE3-9E74-8473B9D0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独立审计复盘 | Decision: REJECT | Score: 99/100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EA63E-4F21-4CD5-8E54-8CAD588D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45EC3-5209-428D-BC56-0259FA78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E51F3-397E-45BD-AD80-EB3F132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9D9EE-19DA-4DD7-BA6B-F4840802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按硬门禁与证据重新判定。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7F2CD-CD37-452D-92C7-903DC363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63279-0748-418A-9FFF-BDEAA883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28EA9-44E9-44F8-AB12-C3D73C8B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A0EAB-3B70-472E-9EA0-7499BB33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29050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14/15 checks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AF648-DAAF-4DAD-9186-4BA5C1E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897C7-D641-4B37-91DE-F8523478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5B947-F425-4989-BF6A-332ACE84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9AE99-DEFA-4190-9D3A-295361A3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29 missing hooks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1F372-0520-449D-A932-87876200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01370-3FC3-4195-AB94-07EC4087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281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1A706C-AFA9-48C4-A757-0A751D29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MVP 原始目标与验收范围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1784B-6AC0-4E4D-A999-55F37E8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目标不是证明“能跑”，而是证明状态链路不会误导用户。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F56FF-D4AF-4F7C-8365-852CCE15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4BFEC-1FF4-496C-8D68-F85BCDFC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B4E4D-F13D-44CB-ADF8-78D047D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9BA1F-8098-4019-A0EF-BA12D171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93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LuckyCat UI, Hook Bridge, State Projector, Turn Runtime Arbiter, Workspace Coverage, Quota Widget, Self-Review.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6B9C6-91FE-4CC5-A93F-DE766D5B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668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F9329-A6E6-43AC-ADCF-46C6CA2A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668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9AC21-9EC5-4B48-B221-26D3C669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02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硬边界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DB2F9-2657-458B-9A50-A7F7CC31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293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不修代码、不 trust hooks、不读 auth、不输出敏感原文、不 commit/push。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131D4-8730-4F6E-8D90-75CA18E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004D2-F7C7-4514-B36B-5479DB8D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54EEE-BD39-4C91-B1BE-D7490B0A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验收逻辑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AEB22-DD40-42BC-8BA3-EC70CEE7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硬门禁优先于分数；测试通过不等于 MVP 通过。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590F8-A658-4001-AC6E-B761B198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DB1A9-F592-4F49-B949-CFB1E1B3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2192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A44D5-69C2-4856-BC78-7DBFC10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系统架构总览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B43C6-2F25-461B-96ED-0367CD61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审计以本地状态文件和只读检查脚本为证据源。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76D85-7F2F-4253-8711-02EE9B85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6666E-709E-4E6E-8B7D-EE757FE1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62581-0B0D-431A-A4DE-54E2BF34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Codex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1F096-8777-467B-8F6F-3BF4031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Local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B6DD2-63F2-4092-95C8-F6CCF3B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E855B-5761-406C-989D-C3F0A42D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D9C2B-E04D-479C-AB34-DDB85E0A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C5EED-480C-4EF2-A0FA-A0C706E5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14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Hook Bridge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35B49-77D3-46A0-BD37-2BF0AA3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Local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DA3D6-8BEA-4EFF-8179-4BBAD1DE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244BC-804C-434B-ADCB-79E8C21A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120DB-3A90-4600-B8D6-3D663369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9B864-4777-45B3-B67A-4B41BFF5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Signal bus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99A99-120D-4657-A88A-0C9447E3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Local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0945F-2D81-494D-A3BF-E62BD0BA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C8EC4-EA5C-40D3-95A5-537938D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8C090-177F-470B-92D1-E10B6C78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F93F0-20E0-4E44-844F-662204F7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14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State Projector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4531C-8A6C-4E41-9E70-EC2B6D20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Local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808FA-8BC4-4615-94BF-19E9471A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64962-6CEA-488F-AAA8-D94A39DF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162B6-8233-4F2D-9AB2-5DF8F832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F4909-FFA0-4EFD-851D-934F7E3F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LuckyCat 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EB58D-11EB-4CD8-8A3E-D8AE82F3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Reads ui_state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C775E-0522-4AE5-B52C-43155058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9D105C-5C03-46F9-B516-D5889D60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2152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A971C-3267-4015-9871-F1BFD5A2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状态链路：Codex turn → hooks → bridge → projector → LuckyCat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DE7F7-B9DC-4282-B6B0-BBE56EE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关键验收点是弱信号不能越权点亮主灯。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670D-D4F9-4EB6-8B63-BF16D55B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36670-B23B-43E0-92FA-21B222BF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8E772-1615-45D1-BA05-9261FBB6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287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88264-6E79-4E25-B8FB-497C54D5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04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Allowed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C87F3-6C07-4D2A-9D29-0ABF99E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041EB-280B-4161-B24E-2B6CF4F5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 focus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FEF18-DF32-4F4C-90CA-8136C7EF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2F465-2A1F-4F24-9C53-DEE2B4D5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B726C-75B9-43F0-80A1-4F35B693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FDB06-ED29-41C8-A877-81A3B26D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288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Emit trusted local 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1E3D6-CF91-4076-B5D7-0BEF3698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5734A-AFB6-4C3D-AA1C-9F6EAB18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 automatic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3567A-D981-4799-8ABD-CB2B4707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A3EAC-B081-481F-9E2F-E04B4DA4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C8907-8D28-4158-A0F4-4DC6A09D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764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05F9E-1B89-4313-BEBF-F2B3B31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526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Map turn to managed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25977-CE7B-4F2B-9769-FAE2411C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89872-F0CB-4192-B4CE-C4D6237F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 prompt/response/auth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811C3-3561-46E4-8DC7-2FB61AAE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4CEDA-F570-4FD8-94E4-7311D62D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Projector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4568F-FFBD-4568-BC48-64F91D9A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E85B0-D849-4399-8C3F-22E1D920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Single UI decision 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C9010-17B6-485B-8663-BCBAED25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7795D9-402C-4332-A0F3-1F9B644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writer_status, weak-signal suppression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F5E39-BBDD-4A51-8EC5-00F5E145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9333F0-5863-4BD3-BE74-0FC94603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LuckyCat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300E5-CBC6-483D-A939-BF8718A7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B13CFE-3743-4D95-AFE9-1ADED9F8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03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Render ui_state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43C98-9B24-4DD8-AA87-068123FC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D5C38-3EB7-400F-BFAD-66D5AF62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 recomputation from raw files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21C448-9627-4D6A-8175-C67AAD6E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CADBD-5714-426E-82D4-3FACC805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8761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CC469-A185-4ABE-83D8-17F4843B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测试方法与证据来源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5103C-925C-40B1-8837-40E74D2E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命令输出只保留安全摘要，不保存原始日志正文。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F9692-E332-4F3F-AF82-66AEAEB5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795A9-BF30-4CD6-8F6F-D944F456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996D0-AFF5-40D6-BF38-459DE444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8CDB9-5F0A-4E71-9342-43ADAAD1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10/10 required docs present and read.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745D6-0B28-467A-B5AB-CC5715B8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40612-C90D-45DE-B5B7-AD530E7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8DF85-97AC-4879-9B8D-7A03F0B3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21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检查脚本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94819-801A-4E42-B775-9FBD3848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15 scripts executed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321C1-310F-4ED4-8DA6-D69456B4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51573-2C13-4E2D-B995-303276E2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60B82-4EEF-4227-BA6F-546835E1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621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状态文件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DE115-0515-4BDA-AEE1-5B138D7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669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ui_state, projector, bridge, coverage, quota, signal counts.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47704-16FA-4C15-A12E-3DB24FE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E6D3E-DFB8-427E-B0A9-058BC068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20147-4E5C-426D-91C9-329A512B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1D5F6-5AAC-4732-AD1C-90AA85FD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6B424-21B6-4767-ADD9-4BF0A747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D34E9-871E-4FC7-A492-65EA727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Command pass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F35B8-5841-49D1-A37F-383174EF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E2206-77A2-4777-8649-E51FE1C5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93.3%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37D14-6F6D-42DC-8C25-9B0B61A9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E1621-3F6C-48EA-BC92-69609E8D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Writer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5815B-676B-4E30-AA43-138B673E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ECD092-EF41-4C40-88AA-254ECFA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671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38A7A-8E8F-49D3-B3E3-E10078E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E7674C-0F59-4BB8-86A4-55C7CE78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Quota in ui_state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BB5F7-0078-4AD7-8024-2BE7E017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B763A-0838-49FE-9E7C-FBFCA3D6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9100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65DF20-386F-42A0-8D86-AF2CDCDD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5202A-4956-472E-8864-4BF37328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4496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BB9C3F-4F72-4B65-9F3A-30258FF3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功能验收总览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4D9CB-F2E4-470C-99F8-BFC324A3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核心功能可进入试运行，但仍有覆盖和现场稳定性风险。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5BF79-E30E-4418-B554-5C68BA9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7EA27-498E-469E-A780-8E31AE91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0218C-E5F9-4154-A03A-1C4A8B2A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47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functionality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D3452-EF56-4DEE-9FBD-749F651B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927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20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6C21F-0253-4D97-8B24-444669F9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AEEEC-22EE-4E5B-9184-6BFFEE80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5CE52-BA5E-41E7-81FE-151EC7E6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1447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stateAccuracy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646A8-52D4-4F7C-AC95-DA95FA11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1927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25 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4ADCF-2CC6-4959-81A7-920BCE9B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B86E3-BC2C-40CA-8D34-FA7E0043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27B15-A71A-45A3-B37F-B7804318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1447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6329B-1C7A-4809-9AF0-840A62E5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1927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15 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06CF9-64C3-4DA3-B651-9230EE58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D154A-F017-4325-9E90-B3CE0437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34D07-F643-416B-AE97-1F8CD0D5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6AC51-C270-4FE7-8450-D51F169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14 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B9007-8941-41D5-AF38-5C2F9438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9875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34938-5828-4028-BD60-9DA68CFC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987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AD21B-7F65-4D67-9597-7881607B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safetyBoundary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3D6A5-CE95-41D4-BF32-2481B4E3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4802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10 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FAD3C-903E-486E-A2A0-082D8E21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9875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A4563-62D1-4F41-8215-4351D351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987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B8F4A-E966-4700-A542-8B8A7F46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4322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910A94-CB4A-44F3-8334-96CC6043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4802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10 points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97C3C4-43CC-45F2-B5AA-C34CCA9C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F30BC-AE8D-44A6-9EAB-06728E11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0647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4F906-03C3-43F0-BCD6-E8BD282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状态准确性矩阵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731BE-DD8F-4964-A684-E9BD770C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弱信号与完成态是本次验收的主线。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1A0FF-7859-4ADE-9607-3023B77B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285CA-0786-4081-8415-F2BB783C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B6E1B-FDC3-42A3-B407-551422FE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8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0AC37-A5BA-4CCD-A661-1A82CA8D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F9FF7-AB57-4913-B16B-B03E53D5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382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77E1A-D7E8-4CF9-8136-A340DF88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144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79952-93D7-419D-B610-55303D67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42642-938E-4484-AC54-D00D94BF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hook running -&gt; RUNNING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FE2AC-0D9E-4169-9C60-EEBDFB0C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17A79-A71E-4A26-AE3E-066E37A6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383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73792-ECAB-47EB-B468-692200B2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5E0EE-2CD6-4CF4-BE1B-809BE28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3830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Covered by runtime arbiter/projector smoke.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80507-89EA-4568-A6A5-6DB501AC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C3CAA-84BE-4617-9086-8A4F645F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process only -&gt; not RUNNING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5EFCE-E612-47C1-A827-614161D5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859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6220F-AB6A-4F3E-AD05-3F14A77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621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D1A0F-6AB0-4A66-B994-C3BC339B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EE414-03DF-4023-BDBE-0E28FA57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621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Weak process-only evidence must be suppressed by arbiter.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04CFA-1587-4001-8DAC-81CE1FF7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98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C5271-CECB-4B02-8550-0FA346BE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global private probe only -&gt; not RUNNING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2A8CA-794C-4B08-8658-EB0A76CA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8474B-68F2-4202-B6F7-E4B5D748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7D536-1A99-4121-BFF2-B97A1B55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0FCED-38E2-4EBA-92F3-6FB63DFE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8600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Global-only private probes are weak evidence.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965BB1-66D4-49EA-B171-5D32F67B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DB9FDC-7301-45CC-8425-A3AC6AC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appserver unknown/notLoaded -&gt; not RUNNING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6E1C39-40FC-447B-9D2E-FD33F41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7AAAFD-B4EA-4876-A0BF-EBABCAF4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A87CEB-EC35-485F-9334-D1DE43B3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85CD6E-7687-420A-A6FE-91ED948E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098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Unknown/notLoaded appserver state must not light main lamp.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123B9F-3C88-413A-A2F2-1E633F1C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B67CC5-9A00-4F77-BC6E-CED1FCBC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appserver active-like -&gt; may RUNNING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1E9FEC-6E68-4A64-8ACC-CC50DFBF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A0666-71AB-4FF6-B845-7AA687D7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33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E9EA50-5A38-4A3D-9903-14978C55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A36F6F-DEA6-4A4C-B433-FB94A75A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3370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Active-like appserver evidence is allowed but needs field observation.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132E35-157F-414A-B61F-9FFF3170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813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3916DD-4BE2-4D91-9C5D-DAC8435A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permission request -&gt; BLOCKED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54700A-0496-4BEB-A756-4428FFD6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D1F9C8-65F9-429C-A0E0-2885BA78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575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056F15-BB20-49A2-A72D-A890DD48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E510C5-83E5-4920-83AB-8463EAF9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Permission requests are blocker evidence.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C735D7-7125-49B8-A855-F56E147B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052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90AFCE-B322-4FF6-8492-7E151557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stop -&gt; PENDING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274378-F09A-4398-84D6-2E1B5D65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05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EAEA62-6A3B-43AB-9CBE-12036566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673577-4872-4F81-B21E-32F097E9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05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03662F-9EC6-4C54-8D51-77C70218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Stop releases running and awaits verify.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0117A3-4C17-436F-9447-2295BB2D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A1AAE5-E248-4B66-9B7E-106CC725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verify -&gt; DONE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CC511D-6350-4743-9BF9-EF6BF187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95B6EB-F113-45A8-AF89-F204EBA8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9084A4-6612-460F-BA04-5ECC6437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569090-36FB-4BFE-87A3-304D9518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052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Verify is the only green/DONE path.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39DCBA-3A13-4956-8C49-FBF066E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529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396B91-905C-4CB7-AD08-1FBE7476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old projector writer -&gt; detected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A3DD10-80E9-4A33-B217-DCB1CF7E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4F7AB5-EACD-4860-9F2A-587F1591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093266-05CC-48C0-8D15-4AC63A4E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529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46E0C1-2F81-433C-9F97-ED5A4FFB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2910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writer_status=ok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5C5DF4-FC7A-4156-85DE-5F958904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284BDB-7555-4F85-B921-F89EC5F7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multiple projector -&gt; detected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A82F99-0E41-4C7A-86CC-1879141D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E7335C-C2DF-4948-AE34-479C82B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529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668C12-5223-41D5-80D5-40362C6A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767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8A36AE-EDE2-45C8-AB72-1ADBB984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529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writer_status=ok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D6A75B-6DE0-4BC8-AF60-BE3C87A5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5B0858-CD82-4705-BCB9-808ABAC4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1661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79FBD-9E0C-4CA6-B354-7AFE14FB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数据分析：通过率、Workspace Coverage、信号源分布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F464C-3587-4572-A016-74B2266C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覆盖差距是试运行前的主要已知风险。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9E7D4-57DF-4755-B6D3-B4D7F2A0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E4D46-2316-465F-B9DC-68144177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135E3-6539-491E-AB61-18FF1E20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47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 Pass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458BB-A272-429A-9BA7-BF95DCC5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9275"/>
            <a:ext cx="255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93.3%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99210-5041-4171-AA9E-2C84BD49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0C6F7-AA6D-4A1E-A4F1-D8E6E1B8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1FEEE-7780-4CEA-B114-05EE2509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1447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Missing Hooks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D0A61-E9D2-40D3-8846-C965624D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19275"/>
            <a:ext cx="255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46E78-5C00-4E85-ADB4-7C11C6C2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6D4A7-D0F6-46BC-AAEE-71ACC173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1BB52-0D71-407D-B68D-567834B2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1447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Signal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4FBBB-7FE0-46E9-BF78-E41882BD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19275"/>
            <a:ext cx="255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96BCB-5F2F-4C1A-9D51-F4F5981C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99A36-EE59-459C-B8D0-536B8692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Signal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3F4D1-20B4-4DF4-91B5-1DCBA69A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DC05F-2788-46E5-B191-E5BFD8B4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8233B-36A6-4079-87A9-0954F68E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B6D0E-C467-4223-BED6-11B4CE0E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codex_appserver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4515E-F994-47D5-9531-3C754FBA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57074-05EE-4B2F-9994-219DFF73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433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3779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1BEFB-84B8-45FA-B964-0DE966CE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F717C-11A0-4EF8-8C69-A087BE0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process_observer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59351-92EC-4BAC-84EB-A0E3EAF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F6992A-46C6-41D6-8699-04EBF7FA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671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433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BE05B-3E80-4178-B9D1-369794BE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0AABEE-7FFB-486A-ABAD-43CDCF53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codex_hook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95ABF-A340-4A9C-89FA-DC04A496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90A719-4A0A-4F20-B51D-1629118F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910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329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467AC5-B708-4F0E-B092-540BBBA6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81F7A6-3A6B-4EC5-886F-6DDE8DF7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explicit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CCA311-793B-4733-9ADA-6881EE42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386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06F58A-A3FF-40BF-9143-69BE8F4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176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6A518B-4FA7-44F2-A2C7-FB55A65E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EE32BB-055E-456B-945E-81397811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hook_bridge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CADEBD-EE85-4556-A2BE-51A67495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DA5F21-FAC3-46DF-82F9-78CC0F9F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387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172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055063-5626-4D30-8ACB-35E4EE48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0EEFC7-4F64-43E9-90D5-B9CC1A54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98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FB7F14-AC3E-4A2E-91F8-6E450E3B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Bug / 风险清单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9F122-86B6-44FE-97E3-BE2D99E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没有把风险折叠进通过结论。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C6AC4-250E-4727-9D15-85807D01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F27FB-7FE4-4C45-9F29-88343814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4DCC5-2736-4DBC-829B-F8D7DAB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38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6D265-CF03-4D2C-A38B-ED4D9639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84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E07F1-BD82-4090-A13C-AAAEB3F0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38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FBC29-FF3B-42B7-9F55-1098277E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A8CD3-7213-4BC7-8BB4-B307ACD9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3DD95-6117-4A1D-A1A8-02DD11DF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CCC5B-B1EA-4334-BAAA-296EA79A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0E3D3-FBE6-42B3-BD73-D939C610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38300"/>
            <a:ext cx="84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./script/check_all.sh did not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73721-1CD2-42E2-8015-7C30806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621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B2230-695D-4670-B75A-3F9A2BEB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383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1332F-DF33-4CA7-A284-BF790D30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ACDD7-9877-472A-8E72-7F20C2E1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F6142-6011-4D80-B69D-AB2CC6B6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56F48-E0FE-437C-BA81-72759582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84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29 workspaces are missing hooks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AF409-BFD9-4DC8-8F0C-2D6638CF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645FA-1658-41A8-975E-26894F39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621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A36A9-58FD-4360-BAA0-FAE1B614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E7C4E-A9C5-4CD3-B93C-E0FBF639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18203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E86AC-B58C-4FDD-8585-BC806FB8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安全边界审计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538E1-B055-4BB1-A777-C5C30BC4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本次审计保持 fail-closed 安全边界。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07C0F-0425-4080-B841-317CDB7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35972-618E-4C23-BE82-0AB1710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049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41835-66E0-40FE-944B-906BDF8E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9BA9E-17F7-4699-9F44-4B66F62E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1DFC2-9DCF-478A-AB12-0A0B951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1B2E5-9EE1-4303-A030-3F352FE8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 ~/.codex/auth.json 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B6B4B-96D0-433B-8A60-8CEEC3E3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8FB8A-F239-4F31-8D99-B6B84DA5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28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8FAC3-38E9-4DC9-B6EB-3B85A20A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B7808-9EED-4A77-9702-53062223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 prompt/response/auth/raw log body in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53E97-DEBD-4070-B3FA-C1640D88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E6F63-05A2-4040-9D57-E9DE31D5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526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40596-E951-49A5-BFFC-9217EF5B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1D0D9-52FD-48B5-B57A-1ECC5107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 auto trust hooks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77355-446D-44BE-8029-E353CE03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3E255-A099-49BB-9B0B-FF960B08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765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3BAB9-DEC8-4584-9CC5-A7139B38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EE1D7-529F-4620-936B-34199999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 auto commit/push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D07C8-B36D-48C7-B87F-06BCB7A8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5A047-EEA7-411E-823F-660BAD97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003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3D3DF-6CCE-4801-8087-C097AFE0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330C0D-9452-4185-AF25-901C2CCE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 auto purchase/reset quota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D39002-F52E-48FC-9CA6-ACA4A707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D0BA5-D22B-4B8F-AE13-F939D21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C57DE-4A25-4407-803F-6FD07481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BCD65C-E528-472D-884B-EC0E97B3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525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D7E80-C327-446B-9217-00B2E3E8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MVP 验收结论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D4C86-58F3-4F65-911F-FAEF46B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结论只从证据、分数和硬门禁推导。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CB41D-4528-4A64-ABE1-1767064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REJECT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455F9-2945-492F-A5ED-5D0E16A0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Score: 99 /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4013A-42DC-4E93-B8C0-DA205125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4095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AB7E-DBB5-4E66-A5F2-E767A50F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C03F2-0AD2-4F3A-90CB-CA489895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是否可试运行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7F1F8-119F-4758-A45B-D5878AF1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需要先处理硬门禁或人工复核。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85374-7E96-4DEF-B0FC-55422417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4095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5AB83-7A6F-4648-AED0-899FC469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5BC4E-4D26-48EA-999A-8A65F13D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24225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阻塞项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78609-20C0-4A8A-986D-F631F166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29025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B5563"/>
                </a:solidFill>
                <a:latin typeface="Aptos"/>
                <a:ea typeface="Aptos"/>
                <a:cs typeface="Aptos"/>
              </a:rPr>
              <a:t>check_all failed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D86BD-DAD3-47F6-8CDF-B6F65A6B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6A9FF-969E-4E81-BAB1-38E08765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64816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D38783-18CC-4C35-9305-971C8C83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下一轮迭代路线图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ABFA0-6EAE-4049-95C8-9F25D3A0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先降低观测盲区，再进入生产化硬化。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C6970-7223-4657-B620-348E3943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B3A35-4E75-483A-87E2-D94C43FE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A6473-D684-4C02-9D9A-A372A541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8ED88-FE8E-4D36-AF05-BB792D51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0495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CBE35-CF4F-4134-8667-E06EEC8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3F06B-5640-46BC-BEFC-88061FEC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Owner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FE097-A92D-418D-8CAF-284B297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2A418-8695-48EA-9185-A44BC68B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5C3B1-ED97-4045-9B3A-2391EB8C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526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EDD01-784E-497B-B66D-5C3918FF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2880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Onboard common workspace hooks and manually trust in Codex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69C1E-BA20-4243-9500-B7711741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01C7B-0C18-4A29-B89D-B031C130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Human + developer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9E9DD-FACA-4769-A651-015F35B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949CE-488A-496B-AD17-A993A2A8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27134-2F46-4156-9CEF-AD322697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5F82A-1085-4587-AADB-57232DE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265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Run 3-day real trial with incident ledger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56ADD-CEB5-4555-BA7C-F86B0A11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B78B9-B99E-4684-A75F-74B0448D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Auditor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1836B-FC76-4E61-ACEC-A6378B12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43C10-BADE-4CAA-93AB-A5F14D21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6F673-415F-4275-BEDA-1B8454D6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03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A3942-D58F-41D4-9B77-81C50F67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7650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Fix P1 bugs and LaunchAgent drift risks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0F065-E35E-4E2A-A363-3C8AF58C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22B31-E889-4C56-8034-89D3D10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77353-563D-4A22-8189-8C2447C4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CCDDA9-E5D0-4D48-9664-5DF51A5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1C0966-E30E-4C54-9082-4C0D9BC5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8CDB66-CD23-4B7D-82D5-5B890085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Re-run MVP Auditor before production hardening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4E9DC-BCBC-44BD-A840-D2853FBE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87A18-7254-499B-AF0B-7497B78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Auditor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98C2E4-86C8-43CD-8CEA-CE0DBC8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CA3AF"/>
                </a:solidFill>
                <a:latin typeface="Aptos"/>
                <a:ea typeface="Aptos"/>
                <a:cs typeface="Aptos"/>
              </a:rPr>
              <a:t>66TaskLight MVP Auditor | 20260615-1352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FBE943-19A3-4923-9079-CB9DC1A9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0630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2026-06-15T06:03:47.6110000Z</dcterms:created>
  <dcterms:modified xsi:type="dcterms:W3CDTF">2026-06-15T06:03:47.6110000Z</dcterms:modified>
</coreProperties>
</file>